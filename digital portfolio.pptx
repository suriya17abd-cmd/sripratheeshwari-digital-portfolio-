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>
      <p:cViewPr varScale="1">
        <p:scale>
          <a:sx n="112" d="100"/>
          <a:sy n="112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pimg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pimg3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pimg4.jpeg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showMasterSp="0" type="title" preserve="1">
  <p:cSld name="标题幻灯片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右三角"/>
          <p:cNvSpPr>
            <a:spLocks/>
          </p:cNvSpPr>
          <p:nvPr/>
        </p:nvSpPr>
        <p:spPr>
          <a:xfrm rot="0">
            <a:off x="-2" y="4664147"/>
            <a:ext cx="9151089" cy="0"/>
          </a:xfrm>
          <a:prstGeom prst="rtTriangle"/>
          <a:gradFill rotWithShape="1">
            <a:gsLst>
              <a:gs pos="0">
                <a:srgbClr val="006178">
                  <a:alpha val="100000"/>
                </a:srgbClr>
              </a:gs>
              <a:gs pos="55000">
                <a:srgbClr val="49BBE0">
                  <a:alpha val="100000"/>
                </a:srgbClr>
              </a:gs>
              <a:gs pos="100000">
                <a:srgbClr val="006178">
                  <a:alpha val="100000"/>
                </a:srgbClr>
              </a:gs>
            </a:gsLst>
            <a:lin ang="3000000" scaled="1"/>
          </a:gradFill>
          <a:ln w="12700" cmpd="thickThin" cap="rnd">
            <a:noFill/>
            <a:prstDash val="solid"/>
            <a:round/>
          </a:ln>
        </p:spPr>
      </p:sp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 rot="0">
            <a:off x="685800" y="1752601"/>
            <a:ext cx="7772400" cy="18297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chemeClr val="tx2"/>
                </a:solidFill>
                <a:effectLst>
                  <a:outerShdw sx="100000" sy="100000" blurRad="31750" dir="5400000" dist="25400" algn="tl">
                    <a:srgbClr val="000000">
                      <a:alpha val="25000"/>
                    </a:srgbClr>
                  </a:outerShdw>
                </a:effectLst>
                <a:latin typeface="Lucida Sans Unicode" pitchFamily="0" charset="0"/>
                <a:ea typeface="黑体" pitchFamily="0" charset="0"/>
                <a:cs typeface="Lucida Sans"/>
              </a:rPr>
              <a:t>Click to edit Master title style</a:t>
            </a:r>
            <a:endParaRPr lang="zh-CN" altLang="en-US" sz="4800" b="1" i="0" u="none" strike="noStrike" kern="1200" cap="none" spc="0" baseline="0">
              <a:solidFill>
                <a:schemeClr val="tx2"/>
              </a:solidFill>
              <a:effectLst>
                <a:outerShdw sx="100000" sy="100000" blurRad="31750" dir="5400000" dist="25400" algn="tl">
                  <a:srgbClr val="000000">
                    <a:alpha val="25000"/>
                  </a:srgbClr>
                </a:outerShdw>
              </a:effectLst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13" name="文本框"/>
          <p:cNvSpPr>
            <a:spLocks noGrp="1"/>
          </p:cNvSpPr>
          <p:nvPr>
            <p:ph type="subTitle" idx="1"/>
          </p:nvPr>
        </p:nvSpPr>
        <p:spPr>
          <a:xfrm rot="0">
            <a:off x="685800" y="3611607"/>
            <a:ext cx="7772400" cy="119970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27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Click to edit Master subtitle style</a:t>
            </a:r>
            <a:endParaRPr lang="zh-CN" altLang="en-US" sz="27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grpSp>
        <p:nvGrpSpPr>
          <p:cNvPr id="18" name="组合"/>
          <p:cNvGrpSpPr>
            <a:grpSpLocks/>
          </p:cNvGrpSpPr>
          <p:nvPr/>
        </p:nvGrpSpPr>
        <p:grpSpPr>
          <a:xfrm>
            <a:off x="-3765" y="4953000"/>
            <a:ext cx="9147765" cy="1912087"/>
            <a:chOff x="-3765" y="4953000"/>
            <a:chExt cx="9147765" cy="1912087"/>
          </a:xfrm>
        </p:grpSpPr>
        <p:sp>
          <p:nvSpPr>
            <p:cNvPr id="14" name="曲线"/>
            <p:cNvSpPr>
              <a:spLocks/>
            </p:cNvSpPr>
            <p:nvPr/>
          </p:nvSpPr>
          <p:spPr>
            <a:xfrm rot="0">
              <a:off x="1687512" y="4953000"/>
              <a:ext cx="7456487" cy="48815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21600" y="0"/>
                  </a:moveTo>
                  <a:lnTo>
                    <a:pt x="21600" y="21600"/>
                  </a:lnTo>
                  <a:lnTo>
                    <a:pt x="0" y="1283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9ECBDC">
                <a:alpha val="40000"/>
              </a:srgbClr>
            </a:solidFill>
            <a:ln w="9525" cmpd="sng" cap="flat">
              <a:noFill/>
              <a:prstDash val="solid"/>
              <a:round/>
            </a:ln>
          </p:spPr>
        </p:sp>
        <p:sp>
          <p:nvSpPr>
            <p:cNvPr id="15" name="曲线"/>
            <p:cNvSpPr>
              <a:spLocks/>
            </p:cNvSpPr>
            <p:nvPr/>
          </p:nvSpPr>
          <p:spPr>
            <a:xfrm rot="0">
              <a:off x="35443" y="5237744"/>
              <a:ext cx="9108557" cy="78866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180" y="0"/>
                  </a:lnTo>
                </a:path>
              </a:pathLst>
            </a:custGeom>
            <a:solidFill>
              <a:srgbClr val="000000"/>
            </a:solidFill>
            <a:ln w="9525" cmpd="sng" cap="flat">
              <a:noFill/>
              <a:prstDash val="solid"/>
              <a:round/>
            </a:ln>
          </p:spPr>
        </p:sp>
        <p:sp>
          <p:nvSpPr>
            <p:cNvPr id="16" name="曲线"/>
            <p:cNvSpPr>
              <a:spLocks/>
            </p:cNvSpPr>
            <p:nvPr/>
          </p:nvSpPr>
          <p:spPr>
            <a:xfrm rot="0">
              <a:off x="0" y="5000978"/>
              <a:ext cx="9144000" cy="18641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9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 w="12700" cmpd="thickThin" cap="rnd">
              <a:noFill/>
              <a:prstDash val="solid"/>
              <a:round/>
            </a:ln>
            <a:effectLst>
              <a:outerShdw sx="100000" sy="100000" algn="b" rotWithShape="0" blurRad="50800" dist="38100" dir="5400000">
                <a:srgbClr val="000000">
                  <a:alpha val="34509"/>
                </a:srgbClr>
              </a:outerShdw>
            </a:effectLst>
          </p:spPr>
        </p:sp>
        <p:sp>
          <p:nvSpPr>
            <p:cNvPr id="17" name="直线"/>
            <p:cNvSpPr>
              <a:spLocks/>
            </p:cNvSpPr>
            <p:nvPr/>
          </p:nvSpPr>
          <p:spPr>
            <a:xfrm rot="0">
              <a:off x="-3765" y="4997671"/>
              <a:ext cx="9147765" cy="790301"/>
            </a:xfrm>
            <a:prstGeom prst="line"/>
            <a:noFill/>
            <a:ln w="12065" cmpd="thickThin" cap="flat">
              <a:gradFill rotWithShape="1">
                <a:gsLst>
                  <a:gs pos="45000">
                    <a:srgbClr val="95C5D8">
                      <a:alpha val="100000"/>
                    </a:srgbClr>
                  </a:gs>
                  <a:gs pos="15000">
                    <a:srgbClr val="156D83">
                      <a:alpha val="100000"/>
                    </a:srgbClr>
                  </a:gs>
                </a:gsLst>
                <a:lin ang="5400000" scaled="1"/>
              </a:gradFill>
              <a:prstDash val="solid"/>
              <a:miter/>
            </a:ln>
          </p:spPr>
        </p:sp>
      </p:grp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 rot="0">
            <a:off x="6727032" y="6407943"/>
            <a:ext cx="1920240" cy="365759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l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 rot="0">
            <a:off x="4380072" y="6407943"/>
            <a:ext cx="2350681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000" b="0" i="0" u="none" strike="noStrike" kern="1200" cap="none" spc="0" baseline="0">
              <a:solidFill>
                <a:srgbClr val="E7F0F4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 rot="0">
            <a:off x="8647272" y="6407943"/>
            <a:ext cx="36575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&lt;#&gt;</a:t>
            </a:fld>
            <a:endParaRPr lang="zh-CN" altLang="en-US" sz="10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239273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89931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58703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31696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712500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59839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172334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531624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6601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879194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26621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32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99273" y="5944936"/>
            <a:ext cx="4940623" cy="921076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128"/>
                </a:moveTo>
                <a:lnTo>
                  <a:pt x="21600" y="21600"/>
                </a:lnTo>
                <a:lnTo>
                  <a:pt x="16039" y="21600"/>
                </a:lnTo>
                <a:lnTo>
                  <a:pt x="2" y="0"/>
                </a:lnTo>
              </a:path>
            </a:pathLst>
          </a:custGeom>
          <a:solidFill xmlns:a="http://schemas.openxmlformats.org/drawingml/2006/main">
            <a:srgbClr val="9ECBDC">
              <a:alpha val="40000"/>
            </a:srgbClr>
          </a:solidFill>
          <a:ln xmlns:a="http://schemas.openxmlformats.org/drawingml/2006/main" w="9525" cmpd="sng" cap="flat">
            <a:noFill/>
            <a:prstDash val="solid"/>
            <a:round/>
          </a:ln>
        </p:spPr>
      </p:sp>
      <p:sp>
        <p:nvSpPr>
          <p:cNvPr id="31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85716" y="5939011"/>
            <a:ext cx="3690451" cy="933449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21489"/>
                </a:lnTo>
                <a:lnTo>
                  <a:pt x="17056" y="21600"/>
                </a:lnTo>
                <a:lnTo>
                  <a:pt x="46" y="1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25" cmpd="sng" cap="flat">
            <a:noFill/>
            <a:prstDash val="solid"/>
            <a:round/>
          </a:ln>
        </p:spPr>
      </p:sp>
      <p:sp>
        <p:nvSpPr>
          <p:cNvPr id="30" name="右三角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6042" y="5791253"/>
            <a:ext cx="3402314" cy="1080868"/>
          </a:xfrm>
          <a:prstGeom xmlns:a="http://schemas.openxmlformats.org/drawingml/2006/main" prst="rtTriangle"/>
          <a:blipFill xmlns:a="http://schemas.openxmlformats.org/drawingml/2006/main" rotWithShape="1">
            <a:blip xmlns:r="http://schemas.openxmlformats.org/officeDocument/2006/relationships" r:embed="rId2">
              <a:alphaModFix amt="50000"/>
            </a:blip>
            <a:tile tx="0" ty="0" sx="50000" sy="50000" flip="none" algn="t"/>
          </a:blipFill>
          <a:ln xmlns:a="http://schemas.openxmlformats.org/drawingml/2006/main" w="12700" cmpd="thickThin" cap="rnd">
            <a:noFill/>
            <a:prstDash val="solid"/>
            <a:round/>
          </a:ln>
          <a:effectLst xmlns:a="http://schemas.openxmlformats.org/drawingml/2006/main">
            <a:outerShdw sx="100000" sy="100000" algn="b" rotWithShape="0" blurRad="50800" dist="38100" dir="5400000">
              <a:srgbClr val="000000">
                <a:alpha val="34509"/>
              </a:srgbClr>
            </a:outerShdw>
          </a:effectLst>
        </p:spPr>
      </p:sp>
      <p:sp>
        <p:nvSpPr>
          <p:cNvPr id="29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9237" y="5787738"/>
            <a:ext cx="3405509" cy="108438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12065" cmpd="thickThin" cap="flat">
            <a:gradFill rotWithShape="1">
              <a:gsLst>
                <a:gs pos="45000">
                  <a:srgbClr val="95C5D8">
                    <a:alpha val="100000"/>
                  </a:srgbClr>
                </a:gs>
                <a:gs pos="15000">
                  <a:srgbClr val="156D83">
                    <a:alpha val="100000"/>
                  </a:srgbClr>
                </a:gs>
              </a:gsLst>
              <a:lin ang="5400000" scaled="1"/>
            </a:gradFill>
            <a:prstDash val="solid"/>
            <a:miter/>
          </a:ln>
        </p:spPr>
      </p:sp>
      <p:sp>
        <p:nvSpPr>
          <p:cNvPr id="24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457200" y="1481328"/>
            <a:ext cx="8229600" cy="4525963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5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6727032" y="6407943"/>
            <a:ext cx="1920240" cy="36575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 eaLnBrk="1" latinLnBrk="0" hangingPunct="1"/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26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380072" y="6407943"/>
            <a:ext cx="2350681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 eaLnBrk="1" latinLnBrk="0" hangingPunct="1"/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27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47272" y="6407943"/>
            <a:ext cx="36575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 eaLnBrk="1" latinLnBrk="0" hangingPunct="1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&lt;#&gt;</a:t>
            </a:fld>
            <a:endParaRPr lang="zh-CN" altLang="en-US" sz="1000" b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28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457200" y="274638"/>
            <a:ext cx="82296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12700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079410"/>
      </p:ext>
    </p:extLst>
  </p:cSld>
  <p:clrMapOvr>
    <a:masterClrMapping xmlns:a="http://schemas.openxmlformats.org/drawingml/2006/main"/>
  </p:clrMapOvr>
</p:sldLayout>
</file>

<file path=ppt/slideLayouts/slideLayout13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47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99273" y="5944936"/>
            <a:ext cx="4940623" cy="921076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128"/>
                </a:moveTo>
                <a:lnTo>
                  <a:pt x="21600" y="21600"/>
                </a:lnTo>
                <a:lnTo>
                  <a:pt x="16039" y="21600"/>
                </a:lnTo>
                <a:lnTo>
                  <a:pt x="2" y="0"/>
                </a:lnTo>
              </a:path>
            </a:pathLst>
          </a:custGeom>
          <a:solidFill xmlns:a="http://schemas.openxmlformats.org/drawingml/2006/main">
            <a:srgbClr val="9ECBDC">
              <a:alpha val="40000"/>
            </a:srgbClr>
          </a:solidFill>
          <a:ln xmlns:a="http://schemas.openxmlformats.org/drawingml/2006/main" w="9525" cmpd="sng" cap="flat">
            <a:noFill/>
            <a:prstDash val="solid"/>
            <a:round/>
          </a:ln>
        </p:spPr>
      </p:sp>
      <p:sp>
        <p:nvSpPr>
          <p:cNvPr id="46" name="曲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485716" y="5939011"/>
            <a:ext cx="3690451" cy="933449"/>
          </a:xfrm>
          <a:custGeom xmlns:a="http://schemas.openxmlformats.org/drawingml/2006/main"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21489"/>
                </a:lnTo>
                <a:lnTo>
                  <a:pt x="17056" y="21600"/>
                </a:lnTo>
                <a:lnTo>
                  <a:pt x="46" y="14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9525" cmpd="sng" cap="flat">
            <a:noFill/>
            <a:prstDash val="solid"/>
            <a:round/>
          </a:ln>
        </p:spPr>
      </p:sp>
      <p:sp>
        <p:nvSpPr>
          <p:cNvPr id="45" name="右三角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6042" y="5791253"/>
            <a:ext cx="3402314" cy="1080868"/>
          </a:xfrm>
          <a:prstGeom xmlns:a="http://schemas.openxmlformats.org/drawingml/2006/main" prst="rtTriangle"/>
          <a:blipFill xmlns:a="http://schemas.openxmlformats.org/drawingml/2006/main" rotWithShape="1">
            <a:blip xmlns:r="http://schemas.openxmlformats.org/officeDocument/2006/relationships" r:embed="rId2">
              <a:alphaModFix amt="50000"/>
            </a:blip>
            <a:tile tx="0" ty="0" sx="50000" sy="50000" flip="none" algn="t"/>
          </a:blipFill>
          <a:ln xmlns:a="http://schemas.openxmlformats.org/drawingml/2006/main" w="12700" cmpd="thickThin" cap="rnd">
            <a:noFill/>
            <a:prstDash val="solid"/>
            <a:round/>
          </a:ln>
          <a:effectLst xmlns:a="http://schemas.openxmlformats.org/drawingml/2006/main">
            <a:outerShdw sx="100000" sy="100000" algn="b" rotWithShape="0" blurRad="50800" dist="38100" dir="5400000">
              <a:srgbClr val="000000">
                <a:alpha val="34509"/>
              </a:srgbClr>
            </a:outerShdw>
          </a:effectLst>
        </p:spPr>
      </p:sp>
      <p:sp>
        <p:nvSpPr>
          <p:cNvPr id="44" name="直线"/>
          <p:cNvSpPr>
            <a:spLocks xmlns:a="http://schemas.openxmlformats.org/drawingml/2006/main"/>
          </p:cNvSpPr>
          <p:nvPr/>
        </p:nvSpPr>
        <p:spPr>
          <a:xfrm xmlns:a="http://schemas.openxmlformats.org/drawingml/2006/main" rot="0">
            <a:off x="-9237" y="5787738"/>
            <a:ext cx="3405509" cy="1084383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12065" cmpd="thickThin" cap="flat">
            <a:gradFill rotWithShape="1">
              <a:gsLst>
                <a:gs pos="45000">
                  <a:srgbClr val="95C5D8">
                    <a:alpha val="100000"/>
                  </a:srgbClr>
                </a:gs>
                <a:gs pos="15000">
                  <a:srgbClr val="156D83">
                    <a:alpha val="100000"/>
                  </a:srgbClr>
                </a:gs>
              </a:gsLst>
              <a:lin ang="5400000" scaled="1"/>
            </a:gradFill>
            <a:prstDash val="solid"/>
            <a:miter/>
          </a:ln>
        </p:spPr>
      </p:sp>
      <p:sp>
        <p:nvSpPr>
          <p:cNvPr id="41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6727032" y="6407943"/>
            <a:ext cx="1920240" cy="365759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 eaLnBrk="1" latinLnBrk="0" hangingPunct="1"/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42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380072" y="6407943"/>
            <a:ext cx="2350681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 eaLnBrk="1" latinLnBrk="0" hangingPunct="1"/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43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647272" y="6407943"/>
            <a:ext cx="36575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b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 eaLnBrk="1" latinLnBrk="0" hangingPunct="1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&lt;#&gt;</a:t>
            </a:fld>
            <a:endParaRPr lang="zh-CN" altLang="en-US" sz="1000" b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44332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pimg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曲线"/>
          <p:cNvSpPr>
            <a:spLocks/>
          </p:cNvSpPr>
          <p:nvPr/>
        </p:nvSpPr>
        <p:spPr>
          <a:xfrm rot="0">
            <a:off x="499273" y="5944936"/>
            <a:ext cx="4940623" cy="921076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128"/>
                </a:moveTo>
                <a:lnTo>
                  <a:pt x="21600" y="21600"/>
                </a:lnTo>
                <a:lnTo>
                  <a:pt x="16039" y="21600"/>
                </a:lnTo>
                <a:lnTo>
                  <a:pt x="2" y="0"/>
                </a:lnTo>
              </a:path>
            </a:pathLst>
          </a:custGeom>
          <a:solidFill>
            <a:srgbClr val="9ECBDC">
              <a:alpha val="40000"/>
            </a:srgbClr>
          </a:solidFill>
          <a:ln w="9525" cmpd="sng" cap="flat">
            <a:noFill/>
            <a:prstDash val="solid"/>
            <a:round/>
          </a:ln>
        </p:spPr>
      </p:sp>
      <p:sp>
        <p:nvSpPr>
          <p:cNvPr id="3" name="曲线"/>
          <p:cNvSpPr>
            <a:spLocks/>
          </p:cNvSpPr>
          <p:nvPr/>
        </p:nvSpPr>
        <p:spPr>
          <a:xfrm rot="0">
            <a:off x="485716" y="5939011"/>
            <a:ext cx="3690451" cy="933449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0" y="0"/>
                </a:moveTo>
                <a:lnTo>
                  <a:pt x="21600" y="21489"/>
                </a:lnTo>
                <a:lnTo>
                  <a:pt x="17056" y="21600"/>
                </a:lnTo>
                <a:lnTo>
                  <a:pt x="46" y="146"/>
                </a:lnTo>
              </a:path>
            </a:pathLst>
          </a:custGeom>
          <a:solidFill>
            <a:srgbClr val="000000"/>
          </a:solidFill>
          <a:ln w="9525" cmpd="sng" cap="flat">
            <a:noFill/>
            <a:prstDash val="solid"/>
            <a:round/>
          </a:ln>
        </p:spPr>
      </p:sp>
      <p:sp>
        <p:nvSpPr>
          <p:cNvPr id="4" name="右三角"/>
          <p:cNvSpPr>
            <a:spLocks/>
          </p:cNvSpPr>
          <p:nvPr/>
        </p:nvSpPr>
        <p:spPr>
          <a:xfrm rot="0">
            <a:off x="-6042" y="5791253"/>
            <a:ext cx="3402314" cy="1080868"/>
          </a:xfrm>
          <a:prstGeom prst="rtTriangle"/>
          <a:blipFill rotWithShape="1">
            <a:blip r:embed="rId1">
              <a:alphaModFix amt="50000"/>
            </a:blip>
            <a:tile tx="0" ty="0" sx="50000" sy="50000" flip="none" algn="t"/>
          </a:blipFill>
          <a:ln w="12700" cmpd="thickThin" cap="rnd">
            <a:noFill/>
            <a:prstDash val="solid"/>
            <a:round/>
          </a:ln>
          <a:effectLst>
            <a:outerShdw sx="100000" sy="100000" algn="b" rotWithShape="0" blurRad="50800" dist="38100" dir="5400000">
              <a:srgbClr val="000000">
                <a:alpha val="34509"/>
              </a:srgbClr>
            </a:outerShdw>
          </a:effectLst>
        </p:spPr>
      </p:sp>
      <p:sp>
        <p:nvSpPr>
          <p:cNvPr id="5" name="直线"/>
          <p:cNvSpPr>
            <a:spLocks/>
          </p:cNvSpPr>
          <p:nvPr/>
        </p:nvSpPr>
        <p:spPr>
          <a:xfrm rot="0">
            <a:off x="-9237" y="5787738"/>
            <a:ext cx="3405509" cy="1084383"/>
          </a:xfrm>
          <a:prstGeom prst="line"/>
          <a:noFill/>
          <a:ln w="12065" cmpd="thickThin" cap="flat">
            <a:gradFill rotWithShape="1">
              <a:gsLst>
                <a:gs pos="45000">
                  <a:srgbClr val="95C5D8">
                    <a:alpha val="100000"/>
                  </a:srgbClr>
                </a:gs>
                <a:gs pos="15000">
                  <a:srgbClr val="156D83">
                    <a:alpha val="100000"/>
                  </a:srgbClr>
                </a:gs>
              </a:gsLst>
              <a:lin ang="5400000" scaled="1"/>
            </a:gradFill>
            <a:prstDash val="solid"/>
            <a:miter/>
          </a:ln>
        </p:spPr>
      </p:sp>
      <p:sp>
        <p:nvSpPr>
          <p:cNvPr id="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eaLnBrk="1" latinLnBrk="0" hangingPunct="1"/>
            <a:r>
              <a:rPr lang="en-US" altLang="zh-CN"/>
              <a:t>Click to edit Master text styles</a:t>
            </a:r>
            <a:endParaRPr lang="en-US" altLang="zh-CN"/>
          </a:p>
          <a:p>
            <a:pPr lvl="1" eaLnBrk="1" latinLnBrk="0" hangingPunct="1"/>
            <a:r>
              <a:rPr lang="en-US" altLang="zh-CN"/>
              <a:t>Second level</a:t>
            </a:r>
            <a:endParaRPr lang="en-US" altLang="zh-CN"/>
          </a:p>
          <a:p>
            <a:pPr lvl="2" eaLnBrk="1" latinLnBrk="0" hangingPunct="1"/>
            <a:r>
              <a:rPr lang="en-US" altLang="zh-CN"/>
              <a:t>Third level</a:t>
            </a:r>
            <a:endParaRPr lang="en-US" altLang="zh-CN"/>
          </a:p>
          <a:p>
            <a:pPr lvl="3" eaLnBrk="1" latinLnBrk="0" hangingPunct="1"/>
            <a:r>
              <a:rPr lang="en-US" altLang="zh-CN"/>
              <a:t>Fourth level</a:t>
            </a:r>
            <a:endParaRPr lang="en-US" altLang="zh-CN"/>
          </a:p>
          <a:p>
            <a:pPr lvl="4" eaLnBrk="1" latinLnBrk="0" hangingPunct="1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dt" idx="2"/>
          </p:nvPr>
        </p:nvSpPr>
        <p:spPr>
          <a:xfrm rot="0">
            <a:off x="6727032" y="6407943"/>
            <a:ext cx="1920240" cy="36575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 eaLnBrk="1" latinLnBrk="0" hangingPunct="1"/>
            <a:fld id="{CAD2D6BD-DE1B-4B5F-8B41-2702339687B9}" type="datetime1">
              <a:rPr lang="en-US" altLang="zh-CN" sz="100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8/30/2025</a:t>
            </a:fld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ftr" idx="3"/>
          </p:nvPr>
        </p:nvSpPr>
        <p:spPr>
          <a:xfrm rot="0">
            <a:off x="4380072" y="6407943"/>
            <a:ext cx="2350681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 eaLnBrk="1" latinLnBrk="0" hangingPunct="1"/>
            <a:endParaRPr lang="zh-CN" altLang="en-US" sz="100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sldNum" idx="4"/>
          </p:nvPr>
        </p:nvSpPr>
        <p:spPr>
          <a:xfrm rot="0">
            <a:off x="8647272" y="6407943"/>
            <a:ext cx="365759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 eaLnBrk="1" latinLnBrk="0" hangingPunct="1"/>
            <a:fld id="{CAD2D6BD-DE1B-4B5F-8B41-2702339687B9}" type="slidenum"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&lt;#&gt;</a:t>
            </a:fld>
            <a:endParaRPr lang="zh-CN" altLang="en-US" sz="1000" b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3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sldNum="0" hdr="0" ftr="0" dt="0"/>
  <p:txStyles>
    <p:titleStyle>
      <a:lvl1pPr algn="l" defTabSz="914400" eaLnBrk="1" fontAlgn="auto" latinLnBrk="0" hangingPunct="1">
        <a:spcBef>
          <a:spcPts val="0"/>
        </a:spcBef>
        <a:buNone/>
        <a:defRPr sz="4100" b="1" kern="1200">
          <a:solidFill>
            <a:schemeClr val="tx2"/>
          </a:solidFill>
          <a:effectLst>
            <a:outerShdw sx="100000" sy="100000" blurRad="31750" dir="5400000" dist="25400" algn="tl">
              <a:srgbClr val="000000">
                <a:alpha val="25000"/>
              </a:srgbClr>
            </a:outerShdw>
          </a:effectLst>
          <a:latin typeface="Lucida Sans Unicode" pitchFamily="0" charset="0"/>
          <a:ea typeface="黑体" pitchFamily="0" charset="0"/>
          <a:cs typeface="Lucida Sans Unicode" pitchFamily="0" charset="0"/>
        </a:defRPr>
      </a:lvl1pPr>
    </p:titleStyle>
    <p:bodyStyle>
      <a:lvl1pPr marL="365633" indent="-256032" algn="l" defTabSz="914400" eaLnBrk="1" fontAlgn="auto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itchFamily="0" charset="0"/>
        <a:buChar char=""/>
        <a:defRPr sz="27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1pPr>
      <a:lvl2pPr marL="621792" indent="-228600" algn="l" defTabSz="914400" eaLnBrk="1" fontAlgn="auto" latinLnBrk="0" hangingPunct="1">
        <a:spcBef>
          <a:spcPts val="324"/>
        </a:spcBef>
        <a:buClr>
          <a:schemeClr val="accent1"/>
        </a:buClr>
        <a:buFont typeface="Verdana" pitchFamily="0" charset="0"/>
        <a:buChar char="◦"/>
        <a:defRPr sz="23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2pPr>
      <a:lvl3pPr marL="859536" indent="-228600" algn="l" defTabSz="914400" eaLnBrk="1" fontAlgn="auto" latinLnBrk="0" hangingPunct="1">
        <a:spcBef>
          <a:spcPts val="350"/>
        </a:spcBef>
        <a:buClr>
          <a:schemeClr val="accent2"/>
        </a:buClr>
        <a:buSzPct val="100000"/>
        <a:buFont typeface="Wingdings 2" pitchFamily="0" charset="0"/>
        <a:buChar char=""/>
        <a:defRPr sz="21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3pPr>
      <a:lvl4pPr marL="1143000" indent="-228600" algn="l" defTabSz="914400" eaLnBrk="1" fontAlgn="auto" latinLnBrk="0" hangingPunct="1">
        <a:spcBef>
          <a:spcPts val="350"/>
        </a:spcBef>
        <a:buClr>
          <a:schemeClr val="accent2"/>
        </a:buClr>
        <a:buFont typeface="Wingdings 2" pitchFamily="0" charset="0"/>
        <a:buChar char=""/>
        <a:defRPr sz="19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4pPr>
      <a:lvl5pPr marL="1371600" indent="-228600" algn="l" defTabSz="914400" eaLnBrk="1" fontAlgn="auto" latinLnBrk="0" hangingPunct="1">
        <a:spcBef>
          <a:spcPts val="350"/>
        </a:spcBef>
        <a:buClr>
          <a:schemeClr val="accent2"/>
        </a:buClr>
        <a:buFont typeface="Wingdings 2" pitchFamily="0" charset="0"/>
        <a:buChar char=""/>
        <a:defRPr sz="18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5pPr>
      <a:lvl6pPr marL="1600200" indent="-228600" algn="l" defTabSz="914400" eaLnBrk="1" fontAlgn="auto" latinLnBrk="0" hangingPunct="1">
        <a:spcBef>
          <a:spcPts val="350"/>
        </a:spcBef>
        <a:buClr>
          <a:schemeClr val="accent3"/>
        </a:buClr>
        <a:buFont typeface="Wingdings 2" pitchFamily="0" charset="0"/>
        <a:buChar char=""/>
        <a:defRPr sz="18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6pPr>
      <a:lvl7pPr marL="1828800" indent="-228600" algn="l" defTabSz="914400" eaLnBrk="1" fontAlgn="auto" latinLnBrk="0" hangingPunct="1">
        <a:spcBef>
          <a:spcPts val="350"/>
        </a:spcBef>
        <a:buClr>
          <a:schemeClr val="accent3"/>
        </a:buClr>
        <a:buFont typeface="Wingdings 2" pitchFamily="0" charset="0"/>
        <a:buChar char=""/>
        <a:defRPr sz="16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7pPr>
      <a:lvl8pPr marL="2057400" indent="-228600" algn="l" defTabSz="914400" eaLnBrk="1" fontAlgn="auto" latinLnBrk="0" hangingPunct="1">
        <a:spcBef>
          <a:spcPts val="350"/>
        </a:spcBef>
        <a:buClr>
          <a:schemeClr val="accent3"/>
        </a:buClr>
        <a:buFont typeface="Wingdings 2" pitchFamily="0" charset="0"/>
        <a:buChar char=""/>
        <a:defRPr sz="16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8pPr>
      <a:lvl9pPr marL="2057400" indent="-228600" algn="l" defTabSz="914400" eaLnBrk="1" fontAlgn="auto" latinLnBrk="0" hangingPunct="1">
        <a:spcBef>
          <a:spcPts val="350"/>
        </a:spcBef>
        <a:buClr>
          <a:schemeClr val="accent3"/>
        </a:buClr>
        <a:buFont typeface="Wingdings 2" pitchFamily="0" charset="0"/>
        <a:buChar char=""/>
        <a:defRPr sz="1600" kern="1200">
          <a:solidFill>
            <a:schemeClr val="tx1"/>
          </a:solidFill>
          <a:latin typeface="Lucida Sans Unicode" pitchFamily="0" charset="0"/>
          <a:ea typeface="黑体" pitchFamily="0" charset="0"/>
          <a:cs typeface="Lucida Sans Unicode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1.jpg"/><Relationship Id="rId2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.jpg"/><Relationship Id="rId2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3.jpeg"/><Relationship Id="rId2" Type="http://schemas.openxmlformats.org/officeDocument/2006/relationships/image" Target="../media/4.jpg"/><Relationship Id="rId3" Type="http://schemas.openxmlformats.org/officeDocument/2006/relationships/image" Target="../media/5.jpg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6.jpg"/><Relationship Id="rId2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ctrTitle"/>
          </p:nvPr>
        </p:nvSpPr>
        <p:spPr>
          <a:xfrm rot="0">
            <a:off x="914400" y="27708"/>
            <a:ext cx="7772400" cy="1143000"/>
          </a:xfrm>
          <a:prstGeom prst="rect"/>
          <a:solidFill>
            <a:schemeClr val="bg1"/>
          </a:solidFill>
          <a:ln w="12700" cmpd="sng" cap="flat">
            <a:solidFill>
              <a:srgbClr val="2DA2BF"/>
            </a:solidFill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1" i="0" u="none" strike="noStrike" kern="1200" cap="none" spc="0" baseline="0">
                <a:solidFill>
                  <a:schemeClr val="tx2"/>
                </a:solidFill>
                <a:effectLst>
                  <a:outerShdw sx="100000" sy="100000" blurRad="31750" dir="5400000" dist="25400" algn="tl">
                    <a:srgbClr val="000000">
                      <a:alpha val="25000"/>
                    </a:srgbClr>
                  </a:outerShdw>
                </a:effectLst>
                <a:latin typeface="Lucida Sans Unicode" pitchFamily="0" charset="0"/>
                <a:ea typeface="黑体" pitchFamily="0" charset="0"/>
                <a:cs typeface="Lucida Sans"/>
              </a:rPr>
              <a:t>DIGITAL PORTFOLIO</a:t>
            </a:r>
            <a:endParaRPr lang="zh-CN" altLang="en-US" sz="4800" b="1" i="0" u="none" strike="noStrike" kern="1200" cap="none" spc="0" baseline="0">
              <a:solidFill>
                <a:schemeClr val="tx2"/>
              </a:solidFill>
              <a:effectLst>
                <a:outerShdw sx="100000" sy="100000" blurRad="31750" dir="5400000" dist="25400" algn="tl">
                  <a:srgbClr val="000000">
                    <a:alpha val="25000"/>
                  </a:srgbClr>
                </a:outerShdw>
              </a:effectLst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subTitle" idx="1"/>
          </p:nvPr>
        </p:nvSpPr>
        <p:spPr>
          <a:xfrm rot="0">
            <a:off x="1066800" y="2362200"/>
            <a:ext cx="8077200" cy="24604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STUDENT NAME: SRI PRATHEESHWARI .A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REGISTER NO AND NMID:24132261802522015/autanm22622624ucs016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DEPARTMENT: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II.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B SC.COMPUTER SCIENCE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COLLEGE:OPR MEMORIAL ARTS AND SCIENCE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FOR WOMEN(LAKSHMIPURAM)/ ANNAMALAI UNIVERSITY</a:t>
            </a:r>
            <a:endParaRPr lang="en-US" altLang="zh-CN" sz="18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0" indent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altLang="zh-CN" sz="20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0" indent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11151293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 rot="0">
            <a:off x="457200" y="2514600"/>
            <a:ext cx="8229600" cy="243840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FRONT END </a:t>
            </a:r>
            <a:r>
              <a:rPr lang="en-US" altLang="zh-CN" sz="2700" b="0" i="0" u="none" strike="noStrike" kern="1200" cap="none" spc="-15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WEB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DEVLOPMENT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IBM SKILL’S BUILD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479223719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1.Problem Statement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2.Project Overview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3. End Users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4.Tools and Technologies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5.Protfolio design and Layout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6.Features and Functionality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7.Results and Screenshots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8.Conclusion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9.GitHub Lint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36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AGENDA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379674986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"/>
          <p:cNvSpPr>
            <a:spLocks noGrp="1"/>
          </p:cNvSpPr>
          <p:nvPr>
            <p:ph type="body" idx="1"/>
          </p:nvPr>
        </p:nvSpPr>
        <p:spPr>
          <a:xfrm rot="0">
            <a:off x="533400" y="1524000"/>
            <a:ext cx="8153400" cy="448329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zh-CN" altLang="en-US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🕷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Problem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Statement – Digital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Portfolio In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today’s competitive digital era, traditional resumes and CVs are no longer sufficient to effectively showcase an individual’s skills, projects, and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achievements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👨‍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Many students and professionals lack a structured online presence, which limits their ability to highlight their work in an engaging and accessible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way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zh-CN" altLang="en-US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👨‍🥇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A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digital portfolio addresses this gap by providing an interactive platform to present qualifications, skills, projects, and experiences in a visually appealing manner, making it easier for recruiters, educators, and collaborators to evaluate one’s true potential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PROBLEM  STATEMENT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141448874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PERSONL WEBSITE</a:t>
            </a:r>
            <a:endParaRPr lang="en-US" altLang="zh-CN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🌐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Personal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Website A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central platform to showcase projects, skills, achievements, and contact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details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👔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Responsive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Design  Accessible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on all devices to ensure maximum reach and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usability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💼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Opportunity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Creator Structured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to help recruiters and clients easily evaluate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expertise 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40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PROJECT OVERVIOW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572696143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"/>
          <p:cNvSpPr>
            <a:spLocks noGrp="1"/>
          </p:cNvSpPr>
          <p:nvPr>
            <p:ph type="title"/>
          </p:nvPr>
        </p:nvSpPr>
        <p:spPr>
          <a:xfrm rot="0">
            <a:off x="0" y="273050"/>
            <a:ext cx="8229600" cy="114299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END  USERS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49" name="文本框"/>
          <p:cNvSpPr>
            <a:spLocks noGrp="1"/>
          </p:cNvSpPr>
          <p:nvPr>
            <p:ph type="body" idx="4294967295"/>
          </p:nvPr>
        </p:nvSpPr>
        <p:spPr>
          <a:xfrm rot="0">
            <a:off x="0" y="1444625"/>
            <a:ext cx="4040188" cy="39417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109728" indent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Key End Users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623951" indent="-5143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Recruiters Purpose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 To evaluate skills and projects for potential employment opportunities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623951" indent="-5143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AutoNum type="arabicPeriod"/>
            </a:pP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623951" indent="-5143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2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 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Clients Purpose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 To review past work before collaborating on new projects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623951" indent="-5143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AutoNum type="arabicPeriod"/>
            </a:pPr>
            <a:endParaRPr lang="en-US" altLang="zh-CN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623951" indent="-51435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Tx/>
              <a:buAutoNum type="arabicPeriod"/>
            </a:pP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3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 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Peers/Community Purpose</a:t>
            </a:r>
            <a:r>
              <a:rPr lang="en-US" altLang="zh-CN" sz="1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 To share work, gain visibility, and inspire others in the tech community.</a:t>
            </a:r>
            <a:endParaRPr lang="zh-CN" altLang="en-US" sz="1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pic>
        <p:nvPicPr>
          <p:cNvPr id="50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800600" y="1752599"/>
            <a:ext cx="3581400" cy="335279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505993521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382000" cy="499567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5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TOOLS AND TECHNOLOGIES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3200400" y="1828800"/>
            <a:ext cx="2286000" cy="1295400"/>
          </a:xfrm>
          <a:prstGeom prst="rect"/>
          <a:solidFill>
            <a:schemeClr val="accent1"/>
          </a:solidFill>
          <a:ln w="54999" cmpd="thickThin" cap="flat">
            <a:solidFill>
              <a:srgbClr val="1E768C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FRONTEND</a:t>
            </a: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HTML, CSS, </a:t>
            </a:r>
            <a:r>
              <a:rPr lang="en-US" altLang="zh-CN" sz="18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Javascript</a:t>
            </a:r>
            <a:endParaRPr lang="zh-CN" altLang="en-US" sz="18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 rot="0">
            <a:off x="609600" y="3352800"/>
            <a:ext cx="2362200" cy="1371600"/>
          </a:xfrm>
          <a:prstGeom prst="rect"/>
          <a:solidFill>
            <a:schemeClr val="accent1"/>
          </a:solidFill>
          <a:ln w="54999" cmpd="thickThin" cap="flat">
            <a:solidFill>
              <a:srgbClr val="1E768C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VERSION CONTROL GIT</a:t>
            </a: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VERSION CONTROL</a:t>
            </a: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Git</a:t>
            </a: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 &amp; </a:t>
            </a: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GitHub</a:t>
            </a:r>
            <a:endParaRPr lang="en-US" altLang="zh-CN" sz="20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7</a:t>
            </a:r>
            <a:endParaRPr lang="zh-CN" altLang="en-US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5943599" y="3345873"/>
            <a:ext cx="2286000" cy="1371600"/>
          </a:xfrm>
          <a:prstGeom prst="rect"/>
          <a:solidFill>
            <a:schemeClr val="accent1"/>
          </a:solidFill>
          <a:ln w="54999" cmpd="thickThin" cap="flat">
            <a:solidFill>
              <a:srgbClr val="1E768C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DEPLOYMENT</a:t>
            </a: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GitHub</a:t>
            </a: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 pages/</a:t>
            </a: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Netify</a:t>
            </a:r>
            <a:endParaRPr lang="zh-CN" altLang="en-US" sz="20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3200400" y="5029200"/>
            <a:ext cx="2362200" cy="1447800"/>
          </a:xfrm>
          <a:prstGeom prst="rect"/>
          <a:solidFill>
            <a:schemeClr val="accent1"/>
          </a:solidFill>
          <a:ln w="54999" cmpd="thickThin" cap="flat">
            <a:solidFill>
              <a:srgbClr val="1E768C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DEVELOPMENT</a:t>
            </a:r>
            <a:endParaRPr lang="en-US" altLang="zh-CN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VS-code(For code representation</a:t>
            </a:r>
            <a:r>
              <a:rPr lang="en-US" altLang="zh-CN" sz="2400" b="0" i="0" u="none" strike="noStrike" kern="1200" cap="none" spc="0" baseline="0">
                <a:solidFill>
                  <a:srgbClr val="FFFFFF"/>
                </a:solidFill>
                <a:latin typeface="Lucida Sans Unicode" pitchFamily="0" charset="0"/>
                <a:ea typeface="黑体" pitchFamily="0" charset="0"/>
                <a:cs typeface="Lucida Sans Unicode" pitchFamily="0" charset="0"/>
              </a:rPr>
              <a:t>)</a:t>
            </a:r>
            <a:endParaRPr lang="zh-CN" altLang="en-US" sz="2400" b="0" i="0" u="none" strike="noStrike" kern="1200" cap="none" spc="0" baseline="0">
              <a:solidFill>
                <a:srgbClr val="FFFFFF"/>
              </a:solidFill>
              <a:latin typeface="Lucida Sans Unicode" pitchFamily="0" charset="0"/>
              <a:ea typeface="黑体" pitchFamily="0" charset="0"/>
              <a:cs typeface="Lucida Sans Unicode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0951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Design Philosophy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Clean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&amp; minimal layout focusing on content and user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experience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Key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Sections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: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Home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/ About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Me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Skills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Projects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Contact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5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PORTFOLIO DESIGN &amp;LAYOUT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pic>
        <p:nvPicPr>
          <p:cNvPr id="5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4440382" y="3124200"/>
            <a:ext cx="3352800" cy="220980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041865613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109728" indent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⚓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Responsive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Design – Works seamlessly on desktop &amp; mobile devices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👮‍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 Navigation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Menu – With smooth scrolling between sections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🎮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 Project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Showcase – With detailed screenshots and descriptions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altLang="en-US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📞</a:t>
            </a:r>
            <a:endParaRPr lang="en-US" altLang="zh-CN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109728" indent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    Contact </a:t>
            </a: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Form – With email integration for easy communication.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61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7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FEATURES AND FUNCTIONALITY</a:t>
            </a:r>
            <a:endParaRPr lang="zh-CN" altLang="en-US" sz="37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9020180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"/>
          <p:cNvSpPr>
            <a:spLocks noGrp="1"/>
          </p:cNvSpPr>
          <p:nvPr>
            <p:ph type="body" idx="1"/>
          </p:nvPr>
        </p:nvSpPr>
        <p:spPr>
          <a:xfrm rot="0">
            <a:off x="152400" y="1368562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109728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with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responsive design across different screen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size The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completed portfolio website showcasing all sections 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63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RESULTS AND SCREENSHOTS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pic>
        <p:nvPicPr>
          <p:cNvPr id="6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04800" y="2514600"/>
            <a:ext cx="3886200" cy="195081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5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4578928" y="2514600"/>
            <a:ext cx="3657600" cy="1950815"/>
          </a:xfrm>
          <a:prstGeom prst="rect"/>
          <a:noFill/>
          <a:ln w="12700" cmpd="sng" cap="flat">
            <a:noFill/>
            <a:prstDash val="solid"/>
            <a:miter/>
          </a:ln>
        </p:spPr>
      </p:pic>
      <p:pic>
        <p:nvPicPr>
          <p:cNvPr id="66" name="图片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0">
            <a:off x="1967346" y="4793673"/>
            <a:ext cx="5029467" cy="1752599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809459554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"/>
          <p:cNvSpPr>
            <a:spLocks noGrp="1"/>
          </p:cNvSpPr>
          <p:nvPr>
            <p:ph type="body" idx="1"/>
          </p:nvPr>
        </p:nvSpPr>
        <p:spPr>
          <a:xfrm rot="0">
            <a:off x="457200" y="1481328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A professional portfolio effectively highlights skills and achievements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Helps in career growth and networking opportunities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  <a:p>
            <a:pPr marL="365633" indent="-25603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 pitchFamily="0" charset="0"/>
              <a:buChar char=""/>
            </a:pP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Continuous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updates keep it relevant in the ever-changing tech landscape</a:t>
            </a:r>
            <a:r>
              <a:rPr lang="en-US" altLang="zh-CN" sz="2700" b="0" i="0" u="none" strike="noStrike" kern="1200" cap="none" spc="0" baseline="0">
                <a:solidFill>
                  <a:schemeClr val="tx1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.</a:t>
            </a:r>
            <a:endParaRPr lang="zh-CN" altLang="en-US" sz="2700" b="0" i="0" u="none" strike="noStrike" kern="1200" cap="none" spc="0" baseline="0">
              <a:solidFill>
                <a:schemeClr val="tx1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sp>
        <p:nvSpPr>
          <p:cNvPr id="68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00" b="1" i="0" u="none" strike="noStrike" kern="1200" cap="none" spc="0" baseline="0">
                <a:solidFill>
                  <a:schemeClr val="tx2"/>
                </a:solidFill>
                <a:latin typeface="Lucida Sans Unicode" pitchFamily="0" charset="0"/>
                <a:ea typeface="黑体" pitchFamily="0" charset="0"/>
                <a:cs typeface="Lucida Sans"/>
              </a:rPr>
              <a:t>CONCLUSION</a:t>
            </a:r>
            <a:endParaRPr lang="zh-CN" altLang="en-US" sz="4100" b="1" i="0" u="none" strike="noStrike" kern="1200" cap="none" spc="0" baseline="0">
              <a:solidFill>
                <a:schemeClr val="tx2"/>
              </a:solidFill>
              <a:latin typeface="Lucida Sans Unicode" pitchFamily="0" charset="0"/>
              <a:ea typeface="黑体" pitchFamily="0" charset="0"/>
              <a:cs typeface="Lucida Sans"/>
            </a:endParaRPr>
          </a:p>
        </p:txBody>
      </p:sp>
      <p:pic>
        <p:nvPicPr>
          <p:cNvPr id="6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3047999" y="4038600"/>
            <a:ext cx="3922899" cy="233102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98913532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GITHUB LINK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337655"/>
      </p:ext>
    </p:extLst>
  </p:cSld>
  <p:clrMapOvr>
    <a:masterClrMapping/>
  </p:clrMapOvr>
</p:sld>
</file>

<file path=ppt/theme/theme1.xml><?xml version="1.0" encoding="utf-8"?>
<a:theme xmlns:a="http://schemas.openxmlformats.org/drawingml/2006/main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Concours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180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DIGITAL  PROTFOLIO</dc:title>
  <dc:creator>User</dc:creator>
  <cp:lastModifiedBy>root</cp:lastModifiedBy>
  <cp:revision>15</cp:revision>
  <dcterms:created xsi:type="dcterms:W3CDTF">2025-08-30T05:17:39Z</dcterms:created>
  <dcterms:modified xsi:type="dcterms:W3CDTF">2025-08-30T11:10:50Z</dcterms:modified>
</cp:coreProperties>
</file>